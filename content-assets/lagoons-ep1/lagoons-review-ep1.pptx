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GOOD, THE BAD &amp; THE UGLY  ·  EP.1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0" y="20116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Off-plan is sold on projections.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88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Let’s see if they come true.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0" y="42062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UNIT  ·  A REAL STATEMENT OF ACCOUNT  ·  REAL TRANSACTIONS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Calum MacLeod  ·  @uaecalum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ouse16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2A1F">
              <a:alpha val="5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0" y="4114800"/>
            <a:ext cx="12188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 Bed Townhouse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0" y="49377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Costa Brava  ·  DAMAC Lagoons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0" y="56692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F5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JANUARY 2022      ·      50/50 PAYMENT PLAN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SERIES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23774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Good, the Bad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0" y="329184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&amp; the Ugly.</a:t>
            </a:r>
            <a:endParaRPr lang="en-US" sz="5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oa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3473" y="411480"/>
            <a:ext cx="6442007" cy="6309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4592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STATEMENT OF ACCOUNT</a:t>
            </a:r>
            <a:endParaRPr lang="en-US" sz="1500" dirty="0"/>
          </a:p>
        </p:txBody>
      </p:sp>
      <p:sp>
        <p:nvSpPr>
          <p:cNvPr id="4" name="Text 1"/>
          <p:cNvSpPr/>
          <p:nvPr/>
        </p:nvSpPr>
        <p:spPr>
          <a:xfrm>
            <a:off x="11274552" y="164592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cent_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165956"/>
            <a:ext cx="12188952" cy="397744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TODAY - LAST 7 DAYS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11274552" y="457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0" y="57607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Four title deeds · 4 beds · Costa Brava · 15-17 Jul 2026 - coming out of the conflict window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conflict_t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1165956"/>
            <a:ext cx="12188952" cy="397744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45720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CONFLICT - FEB / MAR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11274552" y="45720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0" y="576072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Same community, same bed count - four deeds, Feb-Mar 2026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- SELLING 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 the 4 sales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Đ2,680,000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price (incl. 4% DLD)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Đ1,860,560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paid in (50% + DLD)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9136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Đ966,100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owed at handover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96519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Đ894,500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2648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+Đ819,440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12648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0" y="3108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44%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2648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0" y="3977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85%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2648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0" y="4846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17.8%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Cash back at handover sale: Đ1,785,500 from Đ966,100 in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MATHS - AT PRE-CONFLICT PRICES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14630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of the 4 sales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18105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Đ2,962,500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price (incl. 4% DLD)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86207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Đ1,860,560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paid in (50% + DLD)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391363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Đ966,100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owed at handover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96519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Đ894,500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26480" y="17373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+Đ1,101,940</a:t>
            </a:r>
            <a:endParaRPr lang="en-US" sz="5000" dirty="0"/>
          </a:p>
        </p:txBody>
      </p:sp>
      <p:sp>
        <p:nvSpPr>
          <p:cNvPr id="14" name="Text 12"/>
          <p:cNvSpPr/>
          <p:nvPr/>
        </p:nvSpPr>
        <p:spPr>
          <a:xfrm>
            <a:off x="6126480" y="320040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on full price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0" y="31089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59%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612648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on cash in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144000" y="397764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114%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126480" y="49377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(annualised)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0" y="48463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22.4%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0" y="6035040"/>
            <a:ext cx="12188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The conflict knocked ~Đ280K off the top - and it STILL returns 85% on cash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2A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384048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000232" y="384048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8C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0" y="18288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Real numbers. Handing over now.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0" y="274320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8C96B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This one worked.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0" y="402336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5EDE0"/>
                </a:solidFill>
                <a:latin typeface="Palatino Linotype" pitchFamily="34" charset="0"/>
                <a:ea typeface="Palatino Linotype" pitchFamily="34" charset="-122"/>
                <a:cs typeface="Palatino Linotype" pitchFamily="34" charset="-120"/>
              </a:rPr>
              <a:t>Next episode: one that didn’t.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0" y="493776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3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THE PROJECT YOU WANT ON THE TABLE NEXT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0" y="6126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8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@uaecalum  ·  +971 55 350 2699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2026-07-22T04:04:52Z</dcterms:created>
  <dcterms:modified xsi:type="dcterms:W3CDTF">2026-07-22T04:04:52Z</dcterms:modified>
</cp:coreProperties>
</file>