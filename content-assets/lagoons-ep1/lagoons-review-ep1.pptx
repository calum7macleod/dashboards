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GOOD, THE BAD &amp; THE UGLY  ·  EP.1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Off-plan is sold on projections.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Let’s see if they come true.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UNIT  ·  A REAL STATEMENT OF ACCOUNT  ·  REAL TRANSACTIONS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Calum MacLeod  ·  @uaecalum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use1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A1F">
              <a:alpha val="5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000232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Bed Townhouse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49377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Costa Brava  ·  DAMAC Lagoons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0" y="56692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5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JANUARY 2022      ·      50/50 PAYMENT PLAN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000232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Good, the Bad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&amp; the Ugly.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oa_w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4688" y="411480"/>
            <a:ext cx="6799575" cy="6309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459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STATEMENT OF ACCOUNT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1274552" y="164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ecent_t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65956"/>
            <a:ext cx="12188952" cy="39774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TODAY - LAST 7 DAYS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274552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Four title deeds · 4 beds · Costa Brava · 15-17 Jul 2026 - coming out of the conflict window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conflict_t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65956"/>
            <a:ext cx="12188952" cy="39774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57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CONFLICT - FEB / MAR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274552" y="457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0" y="57607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Same community, same bed count - four deeds, Feb-Mar 2026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 - SELLING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000232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the 4 sales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Đ2,680,000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price (incl. 4% DLD)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62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Đ1,860,560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paid in (50% + DLD)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9136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Đ966,100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owed at handover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9651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Đ894,500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+Đ819,440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12648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full price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on cash 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(annualised)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4846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17.8%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0" y="60350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Cash back at handover sale: Đ1,785,500 from Đ966,100 in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 - AT PRE-CONFLICT PRICES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000232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the 4 sales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Đ2,962,500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price (incl. 4% DLD)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8620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Đ1,860,560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paid in (50% + DLD)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9136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Đ966,100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owed at handover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9651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Đ894,500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+Đ1,101,940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12648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on full price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on cash in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114%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(annualised)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4846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22.4%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0" y="60350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conflict knocked ~Đ280K off the top - and it STILL returns 85% on cash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A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8404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1000232" y="3840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18288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 numbers. Handing over now.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C9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This one worked.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EDE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Next episode: one that didn’t.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THE PROJECT YOU WANT ON THE TABLE NEXT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@uaecalum  ·  +971 55 350 2699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2026-07-22T04:16:03Z</dcterms:created>
  <dcterms:modified xsi:type="dcterms:W3CDTF">2026-07-22T04:16:03Z</dcterms:modified>
</cp:coreProperties>
</file>