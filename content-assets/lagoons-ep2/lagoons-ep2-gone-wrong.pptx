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GOOD, THE BAD &amp; THE UGLY  ·  EP.2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from the developer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10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Đ3,082,860  ·  Sep 2024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62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Đ2,500,000  ·  Jun 2026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13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months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sqft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Đ1,382  →  Đ1,121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−Đ582,860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full price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3544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−18.9%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on cash 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−18.9%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(annualised)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3544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−11.3% / yr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0" y="60350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Đ27,755 lost for every month held - bought at the developer’s 2024 release price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 off-plan investment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gone wrong.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ord_resale_cov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" y="-29644"/>
            <a:ext cx="11155680" cy="7283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TRANSACTION RECORD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74552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ord_reda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" y="-29644"/>
            <a:ext cx="11155680" cy="7283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TRANSACTION RECORD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74552" y="228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from the developer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Đ3,082,860  ·  Sep 2024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Đ2,500,000  ·  Jun 2026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held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months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sqft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9651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Đ1,382  →  Đ1,121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−Đ582,860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full price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−18.9%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on cash 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544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−18.9%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(annualised)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−11.3% / yr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0" y="60350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Đ27,755 lost for every month held - bought at the developer’s 2024 release price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COMMUNITY · OPPOSITE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Costa Brava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AT LAUNCH · JAN 2022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Đ1,789,000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Đ2,680,000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4.5 years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+Đ819,440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Morocco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AT RELEASE · SEP 2024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Đ3,082,860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Đ2,500,000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months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−Đ582,860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6094476" y="1463040"/>
            <a:ext cx="0" cy="4206240"/>
          </a:xfrm>
          <a:prstGeom prst="line">
            <a:avLst/>
          </a:prstGeom>
          <a:noFill/>
          <a:ln w="19050">
            <a:solidFill>
              <a:srgbClr val="2E5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59436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Same lagoons. The difference was the entry price.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 every off-plan investment goes right.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Pick the right one.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Even timing on the SAME project can make or break the investment.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THE PROJECT YOU WANT ON THE TABLE NEXT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@uaecalum  ·  +971 55 350 2699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2026-07-23T05:07:40Z</dcterms:created>
  <dcterms:modified xsi:type="dcterms:W3CDTF">2026-07-23T05:07:40Z</dcterms:modified>
</cp:coreProperties>
</file>