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GOOD, THE BAD &amp; THE UGLY  ·  EP.2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5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 SEP 2024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182880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31089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5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 JUN 2026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0" y="493776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8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 off-plan investment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gone wrong.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ord_red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-29644"/>
            <a:ext cx="11155680" cy="7283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86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TRANSACTION RECORD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2286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from the developer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  ·  Sep 2024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  ·  Jun 2026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held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sqft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Đ1,382  →  Đ1,121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2179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3544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−18.9%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179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235440" y="3977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−11.3% / yr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month held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35440" y="4846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−Đ27,755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Bought at the developer’s 2024 release price - the market repriced beneath it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COMMUNITY · OPPOSITE OUTCOMES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Costa Brava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LAUNCH · JAN 2022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Đ1,789,000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now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Đ2,680,000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4.5 years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+Đ819,440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Morocco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RELEASE · SEP 2024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4400" dirty="0"/>
          </a:p>
        </p:txBody>
      </p:sp>
      <p:sp>
        <p:nvSpPr>
          <p:cNvPr id="22" name="Shape 20"/>
          <p:cNvSpPr/>
          <p:nvPr/>
        </p:nvSpPr>
        <p:spPr>
          <a:xfrm>
            <a:off x="6094476" y="1463040"/>
            <a:ext cx="0" cy="4206240"/>
          </a:xfrm>
          <a:prstGeom prst="line">
            <a:avLst/>
          </a:prstGeom>
          <a:noFill/>
          <a:ln w="19050">
            <a:solidFill>
              <a:srgbClr val="2E5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59436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Same lagoons. The difference was the entry price.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Not every off-plan investment goes right.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9260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Pick the right one.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timing on the SAME project can make or break the investment.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5120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THE PROJECT YOU WANT ON THE TABLE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@uaecalum  ·  +971 55 350 2699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2026-07-23T04:54:36Z</dcterms:created>
  <dcterms:modified xsi:type="dcterms:W3CDTF">2026-07-23T04:54:36Z</dcterms:modified>
</cp:coreProperties>
</file>