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(incl. 4% DLD)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Đ3,206,174  ·  Sep 2024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−Đ706,174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−22.0%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−35.8%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−22.4% / yr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60/40 plan + DLD: Đ1,973,030 in → Đ1,266,856 back · Đ33,627 lost per month held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 off-plan investment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gone wrong.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sale_cov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d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(incl. 4% DLD)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Đ3,206,174  ·  Sep 2024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−Đ706,174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−22.0%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−35.8%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−22.4% / yr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60/40 plan + DLD: Đ1,973,030 in → Đ1,266,856 back · Đ33,627 lost per month held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COMMUNITY · OPPOSITE OUTCOMES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LAUNCH · JAN 2022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(incl. DLD)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4.5 years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Morocco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RELEASE · SEP 2024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(incl. DLD)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Đ3,206,174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−Đ706,174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6094476" y="1463040"/>
            <a:ext cx="0" cy="4206240"/>
          </a:xfrm>
          <a:prstGeom prst="line">
            <a:avLst/>
          </a:prstGeom>
          <a:noFill/>
          <a:ln w="19050">
            <a:solidFill>
              <a:srgbClr val="2E5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59436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lagoons. The difference was the entry price.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Not every off-plan investment goes right.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9260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Pick the right one.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timing on the SAME project can make or break the investment.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2026-07-23T05:11:33Z</dcterms:created>
  <dcterms:modified xsi:type="dcterms:W3CDTF">2026-07-23T05:11:33Z</dcterms:modified>
</cp:coreProperties>
</file>