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105156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Let’s run the numbers.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from the developer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304288"/>
            <a:ext cx="329184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9443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328416"/>
            <a:ext cx="329184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352544"/>
            <a:ext cx="329184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5376672"/>
            <a:ext cx="329184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2194560"/>
            <a:ext cx="4206240" cy="868680"/>
          </a:xfrm>
          <a:prstGeom prst="rect">
            <a:avLst/>
          </a:prstGeom>
          <a:solidFill>
            <a:srgbClr val="E8C96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235440" y="3474720"/>
            <a:ext cx="201168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4361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235440" y="4315968"/>
            <a:ext cx="201168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52029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month held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235440" y="5157216"/>
            <a:ext cx="201168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real unit · a real transaction record · DAMAC Lagoons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 off-plan investment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gone wrong.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ord_red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-29644"/>
            <a:ext cx="11155680" cy="7283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8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TRANSACTION RECORD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228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from the developer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  ·  Sep 2024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  ·  Jun 2026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Đ1,382  →  Đ1,121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2179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3544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−18.9%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35440" y="3977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−11.3% / yr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month held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4846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−Đ27,755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Bought at the developer’s 2024 release price - the market repriced beneath it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COMMUNITY · OPPOSITE OUTCOMES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LAUNCH · JAN 2022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Đ1,789,000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now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4.5 years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+Đ819,440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Morocco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RELEASE · SEP 2024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6094476" y="1463040"/>
            <a:ext cx="0" cy="4206240"/>
          </a:xfrm>
          <a:prstGeom prst="line">
            <a:avLst/>
          </a:prstGeom>
          <a:noFill/>
          <a:ln w="19050">
            <a:solidFill>
              <a:srgbClr val="2E5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59436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lagoons. The difference was the entry price.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Not every off-plan investment goes right.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9260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Pick the right one.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timing on the SAME project can make or break the investment.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2026-07-23T05:02:18Z</dcterms:created>
  <dcterms:modified xsi:type="dcterms:W3CDTF">2026-07-23T05:02:18Z</dcterms:modified>
</cp:coreProperties>
</file>